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AN Pearl" charset="1" panose="00000000000000000000"/>
      <p:regular r:id="rId14"/>
    </p:embeddedFont>
    <p:embeddedFont>
      <p:font typeface="TT Interphases" charset="1" panose="0200050302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.pn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png" Type="http://schemas.openxmlformats.org/officeDocument/2006/relationships/image"/><Relationship Id="rId19" Target="../media/image36.png" Type="http://schemas.openxmlformats.org/officeDocument/2006/relationships/image"/><Relationship Id="rId2" Target="../media/image19.png" Type="http://schemas.openxmlformats.org/officeDocument/2006/relationships/image"/><Relationship Id="rId20" Target="../media/image37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60234" y="-801172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18288000" y="0"/>
                </a:moveTo>
                <a:lnTo>
                  <a:pt x="0" y="0"/>
                </a:lnTo>
                <a:lnTo>
                  <a:pt x="0" y="18288000"/>
                </a:lnTo>
                <a:lnTo>
                  <a:pt x="18288000" y="18288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22929">
            <a:off x="10331913" y="-3762012"/>
            <a:ext cx="16649842" cy="19939930"/>
          </a:xfrm>
          <a:custGeom>
            <a:avLst/>
            <a:gdLst/>
            <a:ahLst/>
            <a:cxnLst/>
            <a:rect r="r" b="b" t="t" l="l"/>
            <a:pathLst>
              <a:path h="19939930" w="16649842">
                <a:moveTo>
                  <a:pt x="0" y="0"/>
                </a:moveTo>
                <a:lnTo>
                  <a:pt x="16649842" y="0"/>
                </a:lnTo>
                <a:lnTo>
                  <a:pt x="16649842" y="19939930"/>
                </a:lnTo>
                <a:lnTo>
                  <a:pt x="0" y="1993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90" t="-2948" r="0" b="-55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428218">
            <a:off x="-4040807" y="6869687"/>
            <a:ext cx="12641366" cy="6458589"/>
          </a:xfrm>
          <a:custGeom>
            <a:avLst/>
            <a:gdLst/>
            <a:ahLst/>
            <a:cxnLst/>
            <a:rect r="r" b="b" t="t" l="l"/>
            <a:pathLst>
              <a:path h="6458589" w="12641366">
                <a:moveTo>
                  <a:pt x="0" y="0"/>
                </a:moveTo>
                <a:lnTo>
                  <a:pt x="12641365" y="0"/>
                </a:lnTo>
                <a:lnTo>
                  <a:pt x="12641365" y="6458589"/>
                </a:lnTo>
                <a:lnTo>
                  <a:pt x="0" y="64585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68466" y="3887286"/>
            <a:ext cx="16230600" cy="2512428"/>
            <a:chOff x="0" y="0"/>
            <a:chExt cx="21640800" cy="334990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46125"/>
              <a:ext cx="21640800" cy="217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999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Şiir dinletisi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563823"/>
              <a:ext cx="21640800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Yanlızlık Temalı Şiir Dinletisi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45260" y="-4597443"/>
            <a:ext cx="18339228" cy="17697355"/>
          </a:xfrm>
          <a:custGeom>
            <a:avLst/>
            <a:gdLst/>
            <a:ahLst/>
            <a:cxnLst/>
            <a:rect r="r" b="b" t="t" l="l"/>
            <a:pathLst>
              <a:path h="17697355" w="18339228">
                <a:moveTo>
                  <a:pt x="0" y="0"/>
                </a:moveTo>
                <a:lnTo>
                  <a:pt x="18339228" y="0"/>
                </a:lnTo>
                <a:lnTo>
                  <a:pt x="18339228" y="17697355"/>
                </a:lnTo>
                <a:lnTo>
                  <a:pt x="0" y="17697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21057">
            <a:off x="12855685" y="4339864"/>
            <a:ext cx="16197774" cy="16620850"/>
          </a:xfrm>
          <a:custGeom>
            <a:avLst/>
            <a:gdLst/>
            <a:ahLst/>
            <a:cxnLst/>
            <a:rect r="r" b="b" t="t" l="l"/>
            <a:pathLst>
              <a:path h="16620850" w="16197774">
                <a:moveTo>
                  <a:pt x="0" y="0"/>
                </a:moveTo>
                <a:lnTo>
                  <a:pt x="16197774" y="0"/>
                </a:lnTo>
                <a:lnTo>
                  <a:pt x="16197774" y="16620851"/>
                </a:lnTo>
                <a:lnTo>
                  <a:pt x="0" y="166208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6181"/>
            <a:ext cx="6910589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Şiirler: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5175" y="3261421"/>
            <a:ext cx="1044888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Kaldırımlar - Necip Fazıl Kısayürek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5175" y="4277421"/>
            <a:ext cx="1044888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Yanlızlık Şiiri - Cahit Sıtkı Tarancı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5175" y="5293421"/>
            <a:ext cx="1044888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Yanlızlık Üzerine - Atilla İlhan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5175" y="6303191"/>
            <a:ext cx="1044888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Sonnet - Turgut Uyar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5175" y="7309666"/>
            <a:ext cx="1044888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O Yanlız - Edip Cansever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5175" y="8316142"/>
            <a:ext cx="1044888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Yanlızlığım - Fazıl Hüsnü Dağlarca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5175" y="9322617"/>
            <a:ext cx="1044888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Anlatamıyorum - Orhan Veli Kanık</a:t>
            </a:r>
          </a:p>
        </p:txBody>
      </p:sp>
    </p:spTree>
  </p:cSld>
  <p:clrMapOvr>
    <a:masterClrMapping/>
  </p:clrMapOvr>
  <p:transition spd="fast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0743" y="6812219"/>
            <a:ext cx="13938055" cy="13938055"/>
          </a:xfrm>
          <a:custGeom>
            <a:avLst/>
            <a:gdLst/>
            <a:ahLst/>
            <a:cxnLst/>
            <a:rect r="r" b="b" t="t" l="l"/>
            <a:pathLst>
              <a:path h="13938055" w="13938055">
                <a:moveTo>
                  <a:pt x="0" y="0"/>
                </a:moveTo>
                <a:lnTo>
                  <a:pt x="13938055" y="0"/>
                </a:lnTo>
                <a:lnTo>
                  <a:pt x="13938055" y="13938055"/>
                </a:lnTo>
                <a:lnTo>
                  <a:pt x="0" y="1393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3922578" y="10369285"/>
            <a:ext cx="17101800" cy="12966274"/>
          </a:xfrm>
          <a:custGeom>
            <a:avLst/>
            <a:gdLst/>
            <a:ahLst/>
            <a:cxnLst/>
            <a:rect r="r" b="b" t="t" l="l"/>
            <a:pathLst>
              <a:path h="12966274" w="17101800">
                <a:moveTo>
                  <a:pt x="0" y="0"/>
                </a:moveTo>
                <a:lnTo>
                  <a:pt x="17101800" y="0"/>
                </a:lnTo>
                <a:lnTo>
                  <a:pt x="17101800" y="12966274"/>
                </a:lnTo>
                <a:lnTo>
                  <a:pt x="0" y="12966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16968" y="75137"/>
            <a:ext cx="17654065" cy="10136725"/>
            <a:chOff x="0" y="0"/>
            <a:chExt cx="23538753" cy="13515633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6"/>
            <a:srcRect l="0" t="6936" r="0" b="6936"/>
            <a:stretch>
              <a:fillRect/>
            </a:stretch>
          </p:blipFill>
          <p:spPr>
            <a:xfrm flipH="false" flipV="false">
              <a:off x="0" y="0"/>
              <a:ext cx="23538753" cy="13515633"/>
            </a:xfrm>
            <a:prstGeom prst="rect">
              <a:avLst/>
            </a:prstGeom>
          </p:spPr>
        </p:pic>
      </p:grpSp>
    </p:spTree>
  </p:cSld>
  <p:clrMapOvr>
    <a:masterClrMapping/>
  </p:clrMapOvr>
  <p:transition spd="fast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53272">
            <a:off x="12848439" y="-11402733"/>
            <a:ext cx="16197774" cy="16620850"/>
          </a:xfrm>
          <a:custGeom>
            <a:avLst/>
            <a:gdLst/>
            <a:ahLst/>
            <a:cxnLst/>
            <a:rect r="r" b="b" t="t" l="l"/>
            <a:pathLst>
              <a:path h="16620850" w="16197774">
                <a:moveTo>
                  <a:pt x="0" y="0"/>
                </a:moveTo>
                <a:lnTo>
                  <a:pt x="16197774" y="0"/>
                </a:lnTo>
                <a:lnTo>
                  <a:pt x="16197774" y="16620850"/>
                </a:lnTo>
                <a:lnTo>
                  <a:pt x="0" y="1662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199468">
            <a:off x="-857692" y="229213"/>
            <a:ext cx="12816429" cy="15349017"/>
          </a:xfrm>
          <a:custGeom>
            <a:avLst/>
            <a:gdLst/>
            <a:ahLst/>
            <a:cxnLst/>
            <a:rect r="r" b="b" t="t" l="l"/>
            <a:pathLst>
              <a:path h="15349017" w="12816429">
                <a:moveTo>
                  <a:pt x="0" y="0"/>
                </a:moveTo>
                <a:lnTo>
                  <a:pt x="12816430" y="0"/>
                </a:lnTo>
                <a:lnTo>
                  <a:pt x="12816430" y="15349017"/>
                </a:lnTo>
                <a:lnTo>
                  <a:pt x="0" y="15349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51957" y="75137"/>
            <a:ext cx="8699173" cy="10136725"/>
            <a:chOff x="0" y="0"/>
            <a:chExt cx="11598897" cy="13515633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5"/>
            <a:srcRect l="72648" t="0" r="6094" b="62844"/>
            <a:stretch>
              <a:fillRect/>
            </a:stretch>
          </p:blipFill>
          <p:spPr>
            <a:xfrm flipH="false" flipV="false">
              <a:off x="0" y="0"/>
              <a:ext cx="11598897" cy="13515633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224824" y="75137"/>
            <a:ext cx="8919176" cy="10136725"/>
            <a:chOff x="0" y="0"/>
            <a:chExt cx="11892235" cy="13515633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5"/>
            <a:srcRect l="10983" t="36536" r="71364" b="33371"/>
            <a:stretch>
              <a:fillRect/>
            </a:stretch>
          </p:blipFill>
          <p:spPr>
            <a:xfrm flipH="false" flipV="false">
              <a:off x="0" y="0"/>
              <a:ext cx="11892235" cy="1351563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956" y="5062794"/>
            <a:ext cx="8941567" cy="5149069"/>
            <a:chOff x="0" y="0"/>
            <a:chExt cx="11922089" cy="686542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878" r="66789" b="67435"/>
            <a:stretch>
              <a:fillRect/>
            </a:stretch>
          </p:blipFill>
          <p:spPr>
            <a:xfrm flipH="false" flipV="false">
              <a:off x="0" y="0"/>
              <a:ext cx="11922089" cy="686542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1956" y="108732"/>
            <a:ext cx="8941567" cy="4870181"/>
            <a:chOff x="0" y="0"/>
            <a:chExt cx="11922089" cy="6493575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34519" t="38735" r="34744" b="36152"/>
            <a:stretch>
              <a:fillRect/>
            </a:stretch>
          </p:blipFill>
          <p:spPr>
            <a:xfrm flipH="false" flipV="false">
              <a:off x="0" y="0"/>
              <a:ext cx="11922089" cy="6493575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9274722" y="108732"/>
            <a:ext cx="8912015" cy="4870181"/>
            <a:chOff x="0" y="0"/>
            <a:chExt cx="11882687" cy="6493575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66724" t="66578" r="0" b="6145"/>
            <a:stretch>
              <a:fillRect/>
            </a:stretch>
          </p:blipFill>
          <p:spPr>
            <a:xfrm flipH="false" flipV="false">
              <a:off x="0" y="0"/>
              <a:ext cx="11882687" cy="6493575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9274722" y="5062794"/>
            <a:ext cx="8912015" cy="5149069"/>
            <a:chOff x="0" y="0"/>
            <a:chExt cx="11882687" cy="6865425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33656" t="69042" r="34061" b="2980"/>
            <a:stretch>
              <a:fillRect/>
            </a:stretch>
          </p:blipFill>
          <p:spPr>
            <a:xfrm flipH="false" flipV="false">
              <a:off x="0" y="0"/>
              <a:ext cx="11882687" cy="6865425"/>
            </a:xfrm>
            <a:prstGeom prst="rect">
              <a:avLst/>
            </a:prstGeom>
          </p:spPr>
        </p:pic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16098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13046">
            <a:off x="-8099107" y="-510624"/>
            <a:ext cx="16376343" cy="15803171"/>
          </a:xfrm>
          <a:custGeom>
            <a:avLst/>
            <a:gdLst/>
            <a:ahLst/>
            <a:cxnLst/>
            <a:rect r="r" b="b" t="t" l="l"/>
            <a:pathLst>
              <a:path h="15803171" w="16376343">
                <a:moveTo>
                  <a:pt x="0" y="0"/>
                </a:moveTo>
                <a:lnTo>
                  <a:pt x="16376343" y="0"/>
                </a:lnTo>
                <a:lnTo>
                  <a:pt x="16376343" y="15803171"/>
                </a:lnTo>
                <a:lnTo>
                  <a:pt x="0" y="15803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40162">
            <a:off x="14193300" y="-5958138"/>
            <a:ext cx="11887744" cy="9013071"/>
          </a:xfrm>
          <a:custGeom>
            <a:avLst/>
            <a:gdLst/>
            <a:ahLst/>
            <a:cxnLst/>
            <a:rect r="r" b="b" t="t" l="l"/>
            <a:pathLst>
              <a:path h="9013071" w="11887744">
                <a:moveTo>
                  <a:pt x="0" y="0"/>
                </a:moveTo>
                <a:lnTo>
                  <a:pt x="11887744" y="0"/>
                </a:lnTo>
                <a:lnTo>
                  <a:pt x="11887744" y="9013072"/>
                </a:lnTo>
                <a:lnTo>
                  <a:pt x="0" y="9013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90575"/>
            <a:ext cx="13744227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Kaynakça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9100" y="3322506"/>
            <a:ext cx="9144000" cy="57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9"/>
              </a:lnSpc>
            </a:pPr>
            <a:r>
              <a:rPr lang="en-US" sz="3438" spc="51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Şiirler: Antoloji.com, Şiir sitesi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9100" y="4194979"/>
            <a:ext cx="9375126" cy="59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</a:pPr>
            <a:r>
              <a:rPr lang="en-US" sz="3524" spc="52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Sunum: Canva Creative Studio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4821" y="5090111"/>
            <a:ext cx="13017201" cy="5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0"/>
              </a:lnSpc>
            </a:pPr>
            <a:r>
              <a:rPr lang="en-US" sz="3085" spc="46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Fon Müzikleri: Yanlızlık Senfonisi, Bir Avuç Yanlızlık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821" y="6023342"/>
            <a:ext cx="11645609" cy="56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5"/>
              </a:lnSpc>
            </a:pPr>
            <a:r>
              <a:rPr lang="en-US" sz="3373" spc="5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GitHub: AvGeek738/Edebiyat-siir-Dinletisi 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2882" y="5492460"/>
            <a:ext cx="1239359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7"/>
              </a:lnSpc>
            </a:pPr>
            <a:r>
              <a:rPr lang="en-US" sz="5147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Muhammed Yusuf Çetin -183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8070" y="7730835"/>
            <a:ext cx="11473803" cy="229476"/>
          </a:xfrm>
          <a:custGeom>
            <a:avLst/>
            <a:gdLst/>
            <a:ahLst/>
            <a:cxnLst/>
            <a:rect r="r" b="b" t="t" l="l"/>
            <a:pathLst>
              <a:path h="229476" w="11473803">
                <a:moveTo>
                  <a:pt x="0" y="0"/>
                </a:moveTo>
                <a:lnTo>
                  <a:pt x="11473802" y="0"/>
                </a:lnTo>
                <a:lnTo>
                  <a:pt x="11473802" y="229476"/>
                </a:lnTo>
                <a:lnTo>
                  <a:pt x="0" y="2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0964" y="2486786"/>
            <a:ext cx="1103059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3"/>
              </a:lnSpc>
            </a:pPr>
            <a:r>
              <a:rPr lang="en-US" sz="5194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Arda Yalçınkaya - 273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0964" y="3448811"/>
            <a:ext cx="1153050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8"/>
              </a:lnSpc>
            </a:pPr>
            <a:r>
              <a:rPr lang="en-US" sz="5498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Asya Üstüner -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2310" y="4439411"/>
            <a:ext cx="1104116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Hüseyin Ali Dik - 132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90964" y="6435435"/>
            <a:ext cx="1543474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7"/>
              </a:lnSpc>
            </a:pPr>
            <a:r>
              <a:rPr lang="en-US" sz="5147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Muhammed Yaser Dağdeviren - 800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76470" y="2028535"/>
            <a:ext cx="11473803" cy="229476"/>
          </a:xfrm>
          <a:custGeom>
            <a:avLst/>
            <a:gdLst/>
            <a:ahLst/>
            <a:cxnLst/>
            <a:rect r="r" b="b" t="t" l="l"/>
            <a:pathLst>
              <a:path h="229476" w="11473803">
                <a:moveTo>
                  <a:pt x="0" y="0"/>
                </a:moveTo>
                <a:lnTo>
                  <a:pt x="11473802" y="0"/>
                </a:lnTo>
                <a:lnTo>
                  <a:pt x="11473802" y="229476"/>
                </a:lnTo>
                <a:lnTo>
                  <a:pt x="0" y="2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57862" y="952118"/>
            <a:ext cx="2009559" cy="2009559"/>
          </a:xfrm>
          <a:custGeom>
            <a:avLst/>
            <a:gdLst/>
            <a:ahLst/>
            <a:cxnLst/>
            <a:rect r="r" b="b" t="t" l="l"/>
            <a:pathLst>
              <a:path h="2009559" w="2009559">
                <a:moveTo>
                  <a:pt x="0" y="0"/>
                </a:moveTo>
                <a:lnTo>
                  <a:pt x="2009559" y="0"/>
                </a:lnTo>
                <a:lnTo>
                  <a:pt x="2009559" y="2009559"/>
                </a:lnTo>
                <a:lnTo>
                  <a:pt x="0" y="2009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30906" y="3054712"/>
            <a:ext cx="1504657" cy="2009559"/>
          </a:xfrm>
          <a:custGeom>
            <a:avLst/>
            <a:gdLst/>
            <a:ahLst/>
            <a:cxnLst/>
            <a:rect r="r" b="b" t="t" l="l"/>
            <a:pathLst>
              <a:path h="2009559" w="1504657">
                <a:moveTo>
                  <a:pt x="0" y="0"/>
                </a:moveTo>
                <a:lnTo>
                  <a:pt x="1504658" y="0"/>
                </a:lnTo>
                <a:lnTo>
                  <a:pt x="1504658" y="2009558"/>
                </a:lnTo>
                <a:lnTo>
                  <a:pt x="0" y="2009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83235" y="1462209"/>
            <a:ext cx="2202256" cy="2009559"/>
          </a:xfrm>
          <a:custGeom>
            <a:avLst/>
            <a:gdLst/>
            <a:ahLst/>
            <a:cxnLst/>
            <a:rect r="r" b="b" t="t" l="l"/>
            <a:pathLst>
              <a:path h="2009559" w="2202256">
                <a:moveTo>
                  <a:pt x="0" y="0"/>
                </a:moveTo>
                <a:lnTo>
                  <a:pt x="2202256" y="0"/>
                </a:lnTo>
                <a:lnTo>
                  <a:pt x="2202256" y="2009559"/>
                </a:lnTo>
                <a:lnTo>
                  <a:pt x="0" y="2009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42433" y="3728569"/>
            <a:ext cx="1873914" cy="2009559"/>
          </a:xfrm>
          <a:custGeom>
            <a:avLst/>
            <a:gdLst/>
            <a:ahLst/>
            <a:cxnLst/>
            <a:rect r="r" b="b" t="t" l="l"/>
            <a:pathLst>
              <a:path h="2009559" w="1873914">
                <a:moveTo>
                  <a:pt x="0" y="0"/>
                </a:moveTo>
                <a:lnTo>
                  <a:pt x="1873914" y="0"/>
                </a:lnTo>
                <a:lnTo>
                  <a:pt x="1873914" y="2009559"/>
                </a:lnTo>
                <a:lnTo>
                  <a:pt x="0" y="2009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51274" y="5680299"/>
            <a:ext cx="1907347" cy="1440047"/>
          </a:xfrm>
          <a:custGeom>
            <a:avLst/>
            <a:gdLst/>
            <a:ahLst/>
            <a:cxnLst/>
            <a:rect r="r" b="b" t="t" l="l"/>
            <a:pathLst>
              <a:path h="1440047" w="1907347">
                <a:moveTo>
                  <a:pt x="0" y="0"/>
                </a:moveTo>
                <a:lnTo>
                  <a:pt x="1907347" y="0"/>
                </a:lnTo>
                <a:lnTo>
                  <a:pt x="1907347" y="1440048"/>
                </a:lnTo>
                <a:lnTo>
                  <a:pt x="0" y="14400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4849" y="7235234"/>
            <a:ext cx="1622798" cy="1622798"/>
          </a:xfrm>
          <a:custGeom>
            <a:avLst/>
            <a:gdLst/>
            <a:ahLst/>
            <a:cxnLst/>
            <a:rect r="r" b="b" t="t" l="l"/>
            <a:pathLst>
              <a:path h="1622798" w="1622798">
                <a:moveTo>
                  <a:pt x="0" y="0"/>
                </a:moveTo>
                <a:lnTo>
                  <a:pt x="1622798" y="0"/>
                </a:lnTo>
                <a:lnTo>
                  <a:pt x="1622798" y="1622798"/>
                </a:lnTo>
                <a:lnTo>
                  <a:pt x="0" y="16227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16347" y="1707676"/>
            <a:ext cx="2241515" cy="1518626"/>
          </a:xfrm>
          <a:custGeom>
            <a:avLst/>
            <a:gdLst/>
            <a:ahLst/>
            <a:cxnLst/>
            <a:rect r="r" b="b" t="t" l="l"/>
            <a:pathLst>
              <a:path h="1518626" w="2241515">
                <a:moveTo>
                  <a:pt x="0" y="0"/>
                </a:moveTo>
                <a:lnTo>
                  <a:pt x="2241515" y="0"/>
                </a:lnTo>
                <a:lnTo>
                  <a:pt x="2241515" y="1518626"/>
                </a:lnTo>
                <a:lnTo>
                  <a:pt x="0" y="1518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77647" y="3569273"/>
            <a:ext cx="1683866" cy="1683866"/>
          </a:xfrm>
          <a:custGeom>
            <a:avLst/>
            <a:gdLst/>
            <a:ahLst/>
            <a:cxnLst/>
            <a:rect r="r" b="b" t="t" l="l"/>
            <a:pathLst>
              <a:path h="1683866" w="1683866">
                <a:moveTo>
                  <a:pt x="0" y="0"/>
                </a:moveTo>
                <a:lnTo>
                  <a:pt x="1683866" y="0"/>
                </a:lnTo>
                <a:lnTo>
                  <a:pt x="1683866" y="1683866"/>
                </a:lnTo>
                <a:lnTo>
                  <a:pt x="0" y="16838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20138" y="5399666"/>
            <a:ext cx="1541375" cy="1541375"/>
          </a:xfrm>
          <a:custGeom>
            <a:avLst/>
            <a:gdLst/>
            <a:ahLst/>
            <a:cxnLst/>
            <a:rect r="r" b="b" t="t" l="l"/>
            <a:pathLst>
              <a:path h="1541375" w="1541375">
                <a:moveTo>
                  <a:pt x="0" y="0"/>
                </a:moveTo>
                <a:lnTo>
                  <a:pt x="1541375" y="0"/>
                </a:lnTo>
                <a:lnTo>
                  <a:pt x="1541375" y="1541375"/>
                </a:lnTo>
                <a:lnTo>
                  <a:pt x="0" y="1541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43951" y="7417232"/>
            <a:ext cx="2229478" cy="1440800"/>
          </a:xfrm>
          <a:custGeom>
            <a:avLst/>
            <a:gdLst/>
            <a:ahLst/>
            <a:cxnLst/>
            <a:rect r="r" b="b" t="t" l="l"/>
            <a:pathLst>
              <a:path h="1440800" w="2229478">
                <a:moveTo>
                  <a:pt x="0" y="0"/>
                </a:moveTo>
                <a:lnTo>
                  <a:pt x="2229478" y="0"/>
                </a:lnTo>
                <a:lnTo>
                  <a:pt x="2229478" y="1440800"/>
                </a:lnTo>
                <a:lnTo>
                  <a:pt x="0" y="1440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40575" y="7041854"/>
            <a:ext cx="1605135" cy="2009559"/>
          </a:xfrm>
          <a:custGeom>
            <a:avLst/>
            <a:gdLst/>
            <a:ahLst/>
            <a:cxnLst/>
            <a:rect r="r" b="b" t="t" l="l"/>
            <a:pathLst>
              <a:path h="2009559" w="1605135">
                <a:moveTo>
                  <a:pt x="0" y="0"/>
                </a:moveTo>
                <a:lnTo>
                  <a:pt x="1605135" y="0"/>
                </a:lnTo>
                <a:lnTo>
                  <a:pt x="1605135" y="2009558"/>
                </a:lnTo>
                <a:lnTo>
                  <a:pt x="0" y="20095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28848" y="7417232"/>
            <a:ext cx="1443283" cy="1533368"/>
          </a:xfrm>
          <a:custGeom>
            <a:avLst/>
            <a:gdLst/>
            <a:ahLst/>
            <a:cxnLst/>
            <a:rect r="r" b="b" t="t" l="l"/>
            <a:pathLst>
              <a:path h="1533368" w="1443283">
                <a:moveTo>
                  <a:pt x="0" y="0"/>
                </a:moveTo>
                <a:lnTo>
                  <a:pt x="1443283" y="0"/>
                </a:lnTo>
                <a:lnTo>
                  <a:pt x="1443283" y="1533368"/>
                </a:lnTo>
                <a:lnTo>
                  <a:pt x="0" y="15333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83916" y="5064270"/>
            <a:ext cx="2009559" cy="2009559"/>
          </a:xfrm>
          <a:custGeom>
            <a:avLst/>
            <a:gdLst/>
            <a:ahLst/>
            <a:cxnLst/>
            <a:rect r="r" b="b" t="t" l="l"/>
            <a:pathLst>
              <a:path h="2009559" w="2009559">
                <a:moveTo>
                  <a:pt x="0" y="0"/>
                </a:moveTo>
                <a:lnTo>
                  <a:pt x="2009559" y="0"/>
                </a:lnTo>
                <a:lnTo>
                  <a:pt x="2009559" y="2009559"/>
                </a:lnTo>
                <a:lnTo>
                  <a:pt x="0" y="2009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45710" y="5110788"/>
            <a:ext cx="2009559" cy="2009559"/>
          </a:xfrm>
          <a:custGeom>
            <a:avLst/>
            <a:gdLst/>
            <a:ahLst/>
            <a:cxnLst/>
            <a:rect r="r" b="b" t="t" l="l"/>
            <a:pathLst>
              <a:path h="2009559" w="2009559">
                <a:moveTo>
                  <a:pt x="0" y="0"/>
                </a:moveTo>
                <a:lnTo>
                  <a:pt x="2009559" y="0"/>
                </a:lnTo>
                <a:lnTo>
                  <a:pt x="2009559" y="2009559"/>
                </a:lnTo>
                <a:lnTo>
                  <a:pt x="0" y="2009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18495" y="3054712"/>
            <a:ext cx="2034996" cy="2009559"/>
          </a:xfrm>
          <a:custGeom>
            <a:avLst/>
            <a:gdLst/>
            <a:ahLst/>
            <a:cxnLst/>
            <a:rect r="r" b="b" t="t" l="l"/>
            <a:pathLst>
              <a:path h="2009559" w="2034996">
                <a:moveTo>
                  <a:pt x="0" y="0"/>
                </a:moveTo>
                <a:lnTo>
                  <a:pt x="2034996" y="0"/>
                </a:lnTo>
                <a:lnTo>
                  <a:pt x="2034996" y="2009558"/>
                </a:lnTo>
                <a:lnTo>
                  <a:pt x="0" y="200955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900008" y="3101229"/>
            <a:ext cx="2458176" cy="2009559"/>
          </a:xfrm>
          <a:custGeom>
            <a:avLst/>
            <a:gdLst/>
            <a:ahLst/>
            <a:cxnLst/>
            <a:rect r="r" b="b" t="t" l="l"/>
            <a:pathLst>
              <a:path h="2009559" w="2458176">
                <a:moveTo>
                  <a:pt x="0" y="0"/>
                </a:moveTo>
                <a:lnTo>
                  <a:pt x="2458176" y="0"/>
                </a:lnTo>
                <a:lnTo>
                  <a:pt x="2458176" y="2009559"/>
                </a:lnTo>
                <a:lnTo>
                  <a:pt x="0" y="2009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17425" y="952118"/>
            <a:ext cx="2009559" cy="2009559"/>
          </a:xfrm>
          <a:custGeom>
            <a:avLst/>
            <a:gdLst/>
            <a:ahLst/>
            <a:cxnLst/>
            <a:rect r="r" b="b" t="t" l="l"/>
            <a:pathLst>
              <a:path h="2009559" w="2009559">
                <a:moveTo>
                  <a:pt x="0" y="0"/>
                </a:moveTo>
                <a:lnTo>
                  <a:pt x="2009559" y="0"/>
                </a:lnTo>
                <a:lnTo>
                  <a:pt x="2009559" y="2009559"/>
                </a:lnTo>
                <a:lnTo>
                  <a:pt x="0" y="2009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26390" y="737758"/>
            <a:ext cx="2835123" cy="1311245"/>
          </a:xfrm>
          <a:custGeom>
            <a:avLst/>
            <a:gdLst/>
            <a:ahLst/>
            <a:cxnLst/>
            <a:rect r="r" b="b" t="t" l="l"/>
            <a:pathLst>
              <a:path h="1311245" w="2835123">
                <a:moveTo>
                  <a:pt x="0" y="0"/>
                </a:moveTo>
                <a:lnTo>
                  <a:pt x="2835123" y="0"/>
                </a:lnTo>
                <a:lnTo>
                  <a:pt x="2835123" y="1311245"/>
                </a:lnTo>
                <a:lnTo>
                  <a:pt x="0" y="131124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34212" y="6525436"/>
            <a:ext cx="1750151" cy="1783593"/>
          </a:xfrm>
          <a:custGeom>
            <a:avLst/>
            <a:gdLst/>
            <a:ahLst/>
            <a:cxnLst/>
            <a:rect r="r" b="b" t="t" l="l"/>
            <a:pathLst>
              <a:path h="1783593" w="1750151">
                <a:moveTo>
                  <a:pt x="0" y="0"/>
                </a:moveTo>
                <a:lnTo>
                  <a:pt x="1750151" y="0"/>
                </a:lnTo>
                <a:lnTo>
                  <a:pt x="1750151" y="1783593"/>
                </a:lnTo>
                <a:lnTo>
                  <a:pt x="0" y="178359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65660" y="3992816"/>
            <a:ext cx="8781498" cy="206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9"/>
              </a:lnSpc>
            </a:pPr>
            <a:r>
              <a:rPr lang="en-US" sz="654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Dinlediğini için</a:t>
            </a:r>
          </a:p>
          <a:p>
            <a:pPr algn="l">
              <a:lnSpc>
                <a:spcPts val="7859"/>
              </a:lnSpc>
            </a:pPr>
            <a:r>
              <a:rPr lang="en-US" sz="6549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Teşekkür Ederiz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DAHXsl_zCI4</dc:identifier>
  <dcterms:modified xsi:type="dcterms:W3CDTF">2011-08-01T06:04:30Z</dcterms:modified>
  <cp:revision>1</cp:revision>
  <dc:title>Şiir dinletisi</dc:title>
</cp:coreProperties>
</file>